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76d12ee9cc4bbd" /><Relationship Type="http://schemas.openxmlformats.org/officeDocument/2006/relationships/extended-properties" Target="/docProps/app.xml" Id="R9d4c923f0bab4971" /><Relationship Type="http://schemas.openxmlformats.org/officeDocument/2006/relationships/officeDocument" Target="/ppt/presentation.xml" Id="Rff6ecb2b7e7941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84b8309ee442a9"/>
  </p:sldMasterIdLst>
  <p:notesMasterIdLst>
    <p:notesMasterId xmlns:r="http://schemas.openxmlformats.org/officeDocument/2006/relationships" r:id="R317ec6da2af94f9b"/>
  </p:notesMasterIdLst>
  <p:sldIdLst>
    <p:sldId xmlns:r="http://schemas.openxmlformats.org/officeDocument/2006/relationships" id="256" r:id="R4e6b699afb714057"/>
    <p:sldId xmlns:r="http://schemas.openxmlformats.org/officeDocument/2006/relationships" id="257" r:id="R2235b610fa204171"/>
    <p:sldId xmlns:r="http://schemas.openxmlformats.org/officeDocument/2006/relationships" id="258" r:id="R9212ddd3414e49e4"/>
    <p:sldId xmlns:r="http://schemas.openxmlformats.org/officeDocument/2006/relationships" id="259" r:id="Ra4658e3acf774af1"/>
    <p:sldId xmlns:r="http://schemas.openxmlformats.org/officeDocument/2006/relationships" id="260" r:id="Rba293e886f2d4ed9"/>
    <p:sldId xmlns:r="http://schemas.openxmlformats.org/officeDocument/2006/relationships" id="261" r:id="R4429d4f4632c4c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bcacb9982c4756" /><Relationship Type="http://schemas.openxmlformats.org/officeDocument/2006/relationships/slideMaster" Target="/ppt/slideMasters/slideMaster1.xml" Id="Rf284b8309ee442a9" /><Relationship Type="http://schemas.openxmlformats.org/officeDocument/2006/relationships/notesMaster" Target="/ppt/notesMasters/notesMaster1.xml" Id="R317ec6da2af94f9b" /><Relationship Type="http://schemas.openxmlformats.org/officeDocument/2006/relationships/presProps" Target="/ppt/presProps.xml" Id="Rf116465cc35343f3" /><Relationship Type="http://schemas.openxmlformats.org/officeDocument/2006/relationships/tableStyles" Target="/ppt/tableStyles.xml" Id="R618643b658234c96" /><Relationship Type="http://schemas.openxmlformats.org/officeDocument/2006/relationships/slide" Target="/ppt/slides/slide1.xml" Id="R4e6b699afb714057" /><Relationship Type="http://schemas.openxmlformats.org/officeDocument/2006/relationships/slide" Target="/ppt/slides/slide2.xml" Id="R2235b610fa204171" /><Relationship Type="http://schemas.openxmlformats.org/officeDocument/2006/relationships/slide" Target="/ppt/slides/slide3.xml" Id="R9212ddd3414e49e4" /><Relationship Type="http://schemas.openxmlformats.org/officeDocument/2006/relationships/slide" Target="/ppt/slides/slide4.xml" Id="Ra4658e3acf774af1" /><Relationship Type="http://schemas.openxmlformats.org/officeDocument/2006/relationships/slide" Target="/ppt/slides/slide5.xml" Id="Rba293e886f2d4ed9" /><Relationship Type="http://schemas.openxmlformats.org/officeDocument/2006/relationships/slide" Target="/ppt/slides/slide6.xml" Id="R4429d4f4632c4c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1bf9657f2041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a4654ddacd4b1d" /><Relationship Type="http://schemas.openxmlformats.org/officeDocument/2006/relationships/notesMaster" Target="/ppt/notesMasters/notesMaster1.xml" Id="R3b6ccc90356c4e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aedd68b9cd44a4" /><Relationship Type="http://schemas.openxmlformats.org/officeDocument/2006/relationships/notesMaster" Target="/ppt/notesMasters/notesMaster1.xml" Id="R32320176ab4142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c9f8ae159642d4" /><Relationship Type="http://schemas.openxmlformats.org/officeDocument/2006/relationships/notesMaster" Target="/ppt/notesMasters/notesMaster1.xml" Id="R5786bbeaf8944a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9c499eede44ffc" /><Relationship Type="http://schemas.openxmlformats.org/officeDocument/2006/relationships/notesMaster" Target="/ppt/notesMasters/notesMaster1.xml" Id="R8893a2f5fdfc4a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8a12d8e2844524" /><Relationship Type="http://schemas.openxmlformats.org/officeDocument/2006/relationships/notesMaster" Target="/ppt/notesMasters/notesMaster1.xml" Id="Raa18b1616cd845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41af5de8cc48ed" /><Relationship Type="http://schemas.openxmlformats.org/officeDocument/2006/relationships/notesMaster" Target="/ppt/notesMasters/notesMaster1.xml" Id="R045c10c1595b41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Hossam Elshahaby. Independent hackathon prototype for the ABB challenge, not an ABB production deployment. Content based on project discussion and user-provided app screenshots.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Hossam Elshahaby. Independent hackathon prototype for the ABB challenge, not an ABB production deployment. Content based on project discussion and user-provided app screenshots.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Hossam Elshahaby. Independent hackathon prototype for the ABB challenge, not an ABB production deployment. Content based on project discussion and user-provided app screenshots.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Hossam Elshahaby. Independent hackathon prototype for the ABB challenge, not an ABB production deployment. Content based on project discussion and user-provided app screenshots. Benefits are proposed, with no measured reduction in downtime or incidents.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https://snap-and-see-pro.lovable.app for the live demo. Use the exact same clip ID for predictions and labels. Ground truth stays separate from inference. The screenshot is user-provided on 4 October 2026. Detection metrics do not establish early-warning performance. If chronological analysis is unavailable, show that prerequisite honestly.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Hossam Elshahaby. Independent hackathon prototype for the ABB challenge, not an ABB production deployment. Content based on project discussion and user-provided app screenshots.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72419e8204f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57086647294a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9b6d72a3b449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4d805fe8e4f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4c36453d74d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72d902d254d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E15570-3E16-4DFB-99B6-1F3599A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1F631B-3934-4626-B549-B05EC962BF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0B9B294-9524-47E8-9C20-028BA33B7D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055350D-DE6C-4782-B41F-923C0336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53E8BF5-AF94-447F-ADA7-6628906757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0649EFC-5ACD-422F-9330-0F4CEF0C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6A2E8C-0A09-42C9-BA36-7AC5E031D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3EEBA332-BA4F-4284-8566-94E4AA345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1E3C22F-FCE6-4ED1-B5C6-986594A1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5C4FCF-AB28-4A75-B83B-2062E7DC99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54E76C-892E-4A45-8356-371AB26135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DD35F4C-AFA5-4092-90A0-F1FBE957A7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2B66A1A-884F-4B21-8A3A-9A278E4D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7C3F86-9B84-4D9B-95BC-AE2454CD88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6607AC-F070-4A01-BCB1-8B3C401F86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175af1d6d4439d" /><Relationship Type="http://schemas.openxmlformats.org/officeDocument/2006/relationships/slideLayout" Target="/ppt/slideLayouts/slideLayout1.xml" Id="Rabcd0daf2b3f47c2" /><Relationship Type="http://schemas.openxmlformats.org/officeDocument/2006/relationships/slideLayout" Target="/ppt/slideLayouts/slideLayout2.xml" Id="R15d4c15697c7452c" /><Relationship Type="http://schemas.openxmlformats.org/officeDocument/2006/relationships/slideLayout" Target="/ppt/slideLayouts/slideLayout3.xml" Id="Rbcf594f46a7c41ca" /><Relationship Type="http://schemas.openxmlformats.org/officeDocument/2006/relationships/slideLayout" Target="/ppt/slideLayouts/slideLayout4.xml" Id="R8bea12be2fe64a88" /><Relationship Type="http://schemas.openxmlformats.org/officeDocument/2006/relationships/slideLayout" Target="/ppt/slideLayouts/slideLayout5.xml" Id="R70bc348364ce4909" /><Relationship Type="http://schemas.openxmlformats.org/officeDocument/2006/relationships/slideLayout" Target="/ppt/slideLayouts/slideLayout6.xml" Id="Rd01dcbbe00244c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cd0daf2b3f47c2"/>
    <p:sldLayoutId xmlns:r="http://schemas.openxmlformats.org/officeDocument/2006/relationships" id="2147483650" r:id="R15d4c15697c7452c"/>
    <p:sldLayoutId xmlns:r="http://schemas.openxmlformats.org/officeDocument/2006/relationships" id="2147483651" r:id="Rbcf594f46a7c41ca"/>
    <p:sldLayoutId xmlns:r="http://schemas.openxmlformats.org/officeDocument/2006/relationships" id="2147483652" r:id="R8bea12be2fe64a88"/>
    <p:sldLayoutId xmlns:r="http://schemas.openxmlformats.org/officeDocument/2006/relationships" id="2147483653" r:id="R70bc348364ce4909"/>
    <p:sldLayoutId xmlns:r="http://schemas.openxmlformats.org/officeDocument/2006/relationships" id="2147483654" r:id="Rd01dcbbe00244c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8c3360526440c3" /><Relationship Type="http://schemas.openxmlformats.org/officeDocument/2006/relationships/notesSlide" Target="/ppt/notesSlides/notesSlide1.xml" Id="Ra73ba91e67e144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7f9c10f3d64ac3" /><Relationship Type="http://schemas.openxmlformats.org/officeDocument/2006/relationships/notesSlide" Target="/ppt/notesSlides/notesSlide2.xml" Id="R1e9a2fbbad2c45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957c86d8fb4dd1" /><Relationship Type="http://schemas.openxmlformats.org/officeDocument/2006/relationships/notesSlide" Target="/ppt/notesSlides/notesSlide3.xml" Id="R68893f32b83d43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760ae89264332" /><Relationship Type="http://schemas.openxmlformats.org/officeDocument/2006/relationships/notesSlide" Target="/ppt/notesSlides/notesSlide4.xml" Id="Rcf00515fa02e4e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601e3237b14d98" /><Relationship Type="http://schemas.openxmlformats.org/officeDocument/2006/relationships/image" Target="/ppt/media/image.png" Id="Rca4e3803ff7a4499" /><Relationship Type="http://schemas.openxmlformats.org/officeDocument/2006/relationships/notesSlide" Target="/ppt/notesSlides/notesSlide5.xml" Id="Rb61098bd1da84e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e1b32182b4999" /><Relationship Type="http://schemas.openxmlformats.org/officeDocument/2006/relationships/notesSlide" Target="/ppt/notesSlides/notesSlide6.xml" Id="R08462d1d036742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4CEED-8BD5-4C20-8076-DA3CBF86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01  /  SIGNALWEAVE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884BB-9D2D-4FF7-A25E-7A36E9FE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SignalWeave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B0771-5AE1-4823-A2FC-EEB89BAC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Industrial evidence for proactive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FCD8B-11CB-46C4-BE43-D0C7BE0B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477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Hossam Elshahaby</a:t>
            </a:r>
          </a:p>
          <a:p xmlns:a="http://schemas.openxmlformats.org/drawingml/2006/main">
            <a:pPr>
              <a:defRPr sz="195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Junction X Vaasa 2026</a:t>
            </a:r>
          </a:p>
          <a:p xmlns:a="http://schemas.openxmlformats.org/drawingml/2006/main">
            <a:pPr>
              <a:defRPr sz="195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ABB challenge: From weak signals to proactive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5EA78-0C0B-4EDE-BD9D-82055020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rPr>
              <a:t>snap-and-see-pro.lovable.app</a:t>
            </a:r>
          </a:p>
        </p:txBody>
      </p:sp>
    </p:spTree>
    <p:extLst>
      <p:ext uri="{BB962C8B-B14F-4D97-AF65-F5344CB8AC3E}">
        <p14:creationId xmlns:p14="http://schemas.microsoft.com/office/powerpoint/2010/main" val="118859668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21BA3-6483-4BDE-B9CE-09082F42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02  /  SIGNALWEAVE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E0DD5-3844-40F2-A8FE-1ED255F7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6769B-398E-40D4-A0C7-32A6E657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Weak signals arrive in separate places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0A032-FE18-4FA7-AE4E-6E1E5B6D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Small changes in motor current and temperature can escape routine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Operator notes and alarms lack a shared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Video adds evidence, but teams still need a clear reason to 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12FC9-2EE9-4561-8EB4-0CD13399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rPr>
              <a:t>snap-and-see-pro.lovable.app</a:t>
            </a:r>
          </a:p>
        </p:txBody>
      </p:sp>
    </p:spTree>
    <p:extLst>
      <p:ext uri="{BB962C8B-B14F-4D97-AF65-F5344CB8AC3E}">
        <p14:creationId xmlns:p14="http://schemas.microsoft.com/office/powerpoint/2010/main" val="99072080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EB4E0-5854-4BC3-B716-ABB1F763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03  /  SIGNALWEAVE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C43A3-E3E2-4E7B-BD04-D24393AB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Solution and app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99CA1-F786-4BBE-8B4B-B2506775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A shared investigation workspace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78DB5-A755-43A5-9349-A79B7464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Import measurements, maintenance notes and alarms from 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Review video with matching object annotations.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Investigate signals and propose actions for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Benchmark detection separately from event warning timing.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1F94D-1163-4BF3-8C11-05C7A4F3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rPr>
              <a:t>snap-and-see-pro.lovable.app</a:t>
            </a:r>
          </a:p>
        </p:txBody>
      </p:sp>
    </p:spTree>
    <p:extLst>
      <p:ext uri="{BB962C8B-B14F-4D97-AF65-F5344CB8AC3E}">
        <p14:creationId xmlns:p14="http://schemas.microsoft.com/office/powerpoint/2010/main" val="9012161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1E06A-4FAF-4E36-89ED-4D6DF852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04  /  SIGNALWEAVE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E0D25-2477-43DE-A193-F5F9554E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71E12-45DE-4087-85E4-AF53CBC7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Earlier investigation,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802A0-013D-465C-BAF9-E31A1D23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Maintenance: connect rising measurements with operator observations.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Warehouse safety: review worker and forklift interactions in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Operations: record the reason for an action and review its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Expected benefits require validation in a real industrial pilot.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B7C70-F0D5-4DDB-9764-C5975CD7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rPr>
              <a:t>snap-and-see-pro.lovable.app</a:t>
            </a:r>
          </a:p>
        </p:txBody>
      </p:sp>
    </p:spTree>
    <p:extLst>
      <p:ext uri="{BB962C8B-B14F-4D97-AF65-F5344CB8AC3E}">
        <p14:creationId xmlns:p14="http://schemas.microsoft.com/office/powerpoint/2010/main" val="4729485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0F7B6-1CF8-44CC-8901-4F0DA9E6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05  /  SIGNALWEAVE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80AE5-E5F7-45DC-84CE-E00365B7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83DE3-62C7-4BC8-8C20-AB025DF0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Evidence and honest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60712-626F-4270-9915-6A972001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81012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01  Load a clip and its matching object_detection.jsonl.</a:t>
            </a:r>
          </a:p>
          <a:p xmlns:a="http://schemas.openxmlformats.org/drawingml/2006/main">
            <a:pPr>
              <a:defRPr sz="1725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02  Reveal ground truth and run detection scoring.</a:t>
            </a:r>
          </a:p>
          <a:p xmlns:a="http://schemas.openxmlformats.org/drawingml/2006/main">
            <a:pPr>
              <a:defRPr sz="1725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03  Create a reviewed event label.</a:t>
            </a:r>
          </a:p>
          <a:p xmlns:a="http://schemas.openxmlformats.org/drawingml/2006/main">
            <a:pPr>
              <a:defRPr sz="1725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04  Complete chronological analysis, then score warning timing.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e3803ff7a4499"/>
          <a:stretch xmlns:a="http://schemas.openxmlformats.org/drawingml/2006/main"/>
        </p:blipFill>
        <p:spPr>
          <a:xfrm xmlns:a="http://schemas.openxmlformats.org/drawingml/2006/main">
            <a:off x="5815229" y="2809875"/>
            <a:ext cx="5705043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735E2-2950-439A-9111-96C88398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2674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9CD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9B9CD"/>
                </a:solidFill>
                <a:latin typeface="DejaVu Sans"/>
                <a:ea typeface="DejaVu Sans"/>
                <a:cs typeface="DejaVu Sans"/>
              </a:rPr>
              <a:t>Screenshot: event label saved; chronological analysis 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B67A3-BDC3-40F0-ABD1-18FB62ED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rPr>
              <a:t>snap-and-see-pro.lovable.app</a:t>
            </a:r>
          </a:p>
        </p:txBody>
      </p:sp>
    </p:spTree>
    <p:extLst>
      <p:ext uri="{BB962C8B-B14F-4D97-AF65-F5344CB8AC3E}">
        <p14:creationId xmlns:p14="http://schemas.microsoft.com/office/powerpoint/2010/main" val="17621725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3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07F8F-A6CB-41F8-B6C7-F0C925B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06  /  SIGNALWEAVE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DB8D4-7190-4BBD-91DB-B29D86EA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D9389-993F-4822-8206-8739B80C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68E1CD"/>
                </a:solidFill>
                <a:latin typeface="DejaVu Sans"/>
                <a:ea typeface="DejaVu Sans"/>
                <a:cs typeface="DejaVu Sans"/>
              </a:rPr>
              <a:t>Questions?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9856C-2E08-462F-840D-8F213F3B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477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Hossam Elshahaby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SignalWeave</a:t>
            </a:r>
          </a:p>
          <a:p xmlns:a="http://schemas.openxmlformats.org/drawingml/2006/main">
            <a:pPr>
              <a:def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D6E0EE"/>
                </a:solidFill>
                <a:latin typeface="DejaVu Sans"/>
                <a:ea typeface="DejaVu Sans"/>
                <a:cs typeface="DejaVu Sans"/>
              </a:rPr>
              <a:t>Industrial decisions backed by traceable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55C58-B141-4087-9710-1A9F737F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52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9B9CD"/>
                </a:solidFill>
                <a:latin typeface="DejaVu Sans"/>
                <a:ea typeface="DejaVu Sans"/>
                <a:cs typeface="DejaVu Sans"/>
              </a:rPr>
              <a:t>snap-and-see-pro.lovable.app</a:t>
            </a:r>
          </a:p>
        </p:txBody>
      </p:sp>
    </p:spTree>
    <p:extLst>
      <p:ext uri="{BB962C8B-B14F-4D97-AF65-F5344CB8AC3E}">
        <p14:creationId xmlns:p14="http://schemas.microsoft.com/office/powerpoint/2010/main" val="150147848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2026-10-04T09:19:42.9940000Z</dcterms:created>
  <dcterms:modified xsi:type="dcterms:W3CDTF">2026-10-04T09:19:42.9940000Z</dcterms:modified>
</coreProperties>
</file>